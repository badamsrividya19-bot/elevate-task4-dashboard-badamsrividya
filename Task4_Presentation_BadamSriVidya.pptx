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4 — Interactive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Badam Sri Vidya</a:t>
            </a:r>
          </a:p>
          <a:p>
            <a:r>
              <a:t>Elevate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Sales: 280,802.33</a:t>
            </a:r>
          </a:p>
          <a:p>
            <a:r>
              <a:t>Total Profit: 44,832.66</a:t>
            </a:r>
          </a:p>
          <a:p>
            <a:r>
              <a:t>Orders: 1500</a:t>
            </a:r>
          </a:p>
          <a:p>
            <a:r>
              <a:t>Avg Order Value: 187.20</a:t>
            </a:r>
          </a:p>
          <a:p>
            <a:r>
              <a:t>Profit Margin: 15.97%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 Samples</a:t>
            </a:r>
          </a:p>
        </p:txBody>
      </p:sp>
      <p:pic>
        <p:nvPicPr>
          <p:cNvPr id="3" name="Picture 2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2743200"/>
          </a:xfrm>
          <a:prstGeom prst="rect">
            <a:avLst/>
          </a:prstGeom>
        </p:spPr>
      </p:pic>
      <p:pic>
        <p:nvPicPr>
          <p:cNvPr id="4" name="Picture 3" descr="sales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4800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Cap excessive discounts for low-margin categories.</a:t>
            </a:r>
          </a:p>
          <a:p>
            <a:r>
              <a:t>2. Invest in Mobile App channel to increase conversion.</a:t>
            </a:r>
          </a:p>
          <a:p>
            <a:r>
              <a:t>3. Focus promotions on high-margin sub-categories.</a:t>
            </a:r>
          </a:p>
          <a:p>
            <a:r>
              <a:t>4. Regional campaigns for top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